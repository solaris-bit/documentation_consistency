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MuseoModerno Medium"/>
      <p:regular r:id="rId13"/>
    </p:embeddedFont>
    <p:embeddedFont>
      <p:font typeface="MuseoModerno Medium"/>
      <p:regular r:id="rId14"/>
    </p:embeddedFont>
    <p:embeddedFont>
      <p:font typeface="MuseoModerno Medium"/>
      <p:regular r:id="rId15"/>
    </p:embeddedFont>
    <p:embeddedFont>
      <p:font typeface="MuseoModerno Medium"/>
      <p:regular r:id="rId16"/>
    </p:embeddedFont>
    <p:embeddedFont>
      <p:font typeface="Source Sans 3"/>
      <p:regular r:id="rId17"/>
    </p:embeddedFont>
    <p:embeddedFont>
      <p:font typeface="Source Sans 3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Documentation Consistency Assistant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intelligent solution for maintaining perfect alignment between code and documentation in Python projects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1598" y="435054"/>
            <a:ext cx="689134" cy="297180"/>
          </a:xfrm>
          <a:prstGeom prst="roundRect">
            <a:avLst>
              <a:gd name="adj" fmla="val 6389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2406491" y="482441"/>
            <a:ext cx="499348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11598" y="795457"/>
            <a:ext cx="6627019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Documentation Gap Challenge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2311598" y="1685211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311598" y="2139910"/>
            <a:ext cx="4810601" cy="101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Modern software projects face a persistent challenge: maintaining consistency between source code and documentation. As projects evolve rapidly, documentation often lags behind, creating barriers for new contributors and frustrating end users.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11598" y="3294697"/>
            <a:ext cx="4810601" cy="75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impacts: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Extended onboarding time, increased maintenance complexity, reduced adoption rates for open-source projects, and heightened risk of errors from outdated information.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5820" y="1704975"/>
            <a:ext cx="4810601" cy="48106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11598" y="6871335"/>
            <a:ext cx="10007203" cy="925235"/>
          </a:xfrm>
          <a:prstGeom prst="roundRect">
            <a:avLst>
              <a:gd name="adj" fmla="val 2565"/>
            </a:avLst>
          </a:prstGeom>
          <a:solidFill>
            <a:srgbClr val="C9DD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713" y="7105888"/>
            <a:ext cx="197763" cy="1581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25591" y="7068979"/>
            <a:ext cx="9335095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approaches like manual reviews and automated docstring generators only solve part of the problem—they don't verify alignment between code and external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75998" y="1130379"/>
            <a:ext cx="796052" cy="316587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</p:sp>
      <p:sp>
        <p:nvSpPr>
          <p:cNvPr id="4" name="Text 1"/>
          <p:cNvSpPr/>
          <p:nvPr/>
        </p:nvSpPr>
        <p:spPr>
          <a:xfrm>
            <a:off x="6177082" y="1180862"/>
            <a:ext cx="593884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75998" y="1514356"/>
            <a:ext cx="7249716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Intelligent Documentation Analysis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075998" y="2293501"/>
            <a:ext cx="3898106" cy="2722959"/>
          </a:xfrm>
          <a:prstGeom prst="roundRect">
            <a:avLst>
              <a:gd name="adj" fmla="val 928"/>
            </a:avLst>
          </a:prstGeom>
          <a:solidFill>
            <a:srgbClr val="F3EEE3"/>
          </a:solidFill>
          <a:ln/>
        </p:spPr>
      </p:sp>
      <p:sp>
        <p:nvSpPr>
          <p:cNvPr id="7" name="Shape 4"/>
          <p:cNvSpPr/>
          <p:nvPr/>
        </p:nvSpPr>
        <p:spPr>
          <a:xfrm>
            <a:off x="6244471" y="2461974"/>
            <a:ext cx="505420" cy="505420"/>
          </a:xfrm>
          <a:prstGeom prst="roundRect">
            <a:avLst>
              <a:gd name="adj" fmla="val 18090075"/>
            </a:avLst>
          </a:prstGeom>
          <a:solidFill>
            <a:srgbClr val="325F7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3417" y="2600920"/>
            <a:ext cx="227409" cy="2274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4471" y="3135868"/>
            <a:ext cx="224218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Complete Automation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244471" y="3500199"/>
            <a:ext cx="3561159" cy="134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 manual reviews by automatically scanning entire projects, extracting code structure and documentation, then producing comprehensive reports without human intervention.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142577" y="2293501"/>
            <a:ext cx="3898225" cy="2722959"/>
          </a:xfrm>
          <a:prstGeom prst="roundRect">
            <a:avLst>
              <a:gd name="adj" fmla="val 928"/>
            </a:avLst>
          </a:prstGeom>
          <a:solidFill>
            <a:srgbClr val="F3EEE3"/>
          </a:solidFill>
          <a:ln/>
        </p:spPr>
      </p:sp>
      <p:sp>
        <p:nvSpPr>
          <p:cNvPr id="12" name="Shape 8"/>
          <p:cNvSpPr/>
          <p:nvPr/>
        </p:nvSpPr>
        <p:spPr>
          <a:xfrm>
            <a:off x="10311051" y="2461974"/>
            <a:ext cx="505420" cy="505420"/>
          </a:xfrm>
          <a:prstGeom prst="roundRect">
            <a:avLst>
              <a:gd name="adj" fmla="val 18090075"/>
            </a:avLst>
          </a:prstGeom>
          <a:solidFill>
            <a:srgbClr val="325F7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9997" y="2600920"/>
            <a:ext cx="227409" cy="2274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11051" y="3135868"/>
            <a:ext cx="234969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Contextual Intelligence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0311051" y="3500199"/>
            <a:ext cx="3561278" cy="107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 beyond detection with AI-powered suggestions that provide actionable fixes adapted to each code element's context, transforming the tool into a true documentation assistant.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075998" y="5184934"/>
            <a:ext cx="7964805" cy="1914287"/>
          </a:xfrm>
          <a:prstGeom prst="roundRect">
            <a:avLst>
              <a:gd name="adj" fmla="val 1320"/>
            </a:avLst>
          </a:prstGeom>
          <a:solidFill>
            <a:srgbClr val="F3EEE3"/>
          </a:solidFill>
          <a:ln/>
        </p:spPr>
      </p:sp>
      <p:sp>
        <p:nvSpPr>
          <p:cNvPr id="17" name="Shape 12"/>
          <p:cNvSpPr/>
          <p:nvPr/>
        </p:nvSpPr>
        <p:spPr>
          <a:xfrm>
            <a:off x="6244471" y="5353407"/>
            <a:ext cx="505420" cy="505420"/>
          </a:xfrm>
          <a:prstGeom prst="roundRect">
            <a:avLst>
              <a:gd name="adj" fmla="val 18090075"/>
            </a:avLst>
          </a:prstGeom>
          <a:solidFill>
            <a:srgbClr val="325F7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3417" y="5492353"/>
            <a:ext cx="227409" cy="22740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44471" y="6027301"/>
            <a:ext cx="2522696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Native CI/CD Integration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244471" y="6391632"/>
            <a:ext cx="7627858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Seamlessly integrate into modern development workflows and Git platforms to ensure continuous documentation quality checks throughout the development cycle.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9380" y="649605"/>
            <a:ext cx="940118" cy="276463"/>
          </a:xfrm>
          <a:prstGeom prst="roundRect">
            <a:avLst>
              <a:gd name="adj" fmla="val 6390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7605" y="693658"/>
            <a:ext cx="763667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59380" y="984885"/>
            <a:ext cx="5361027" cy="45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Modular Technical Foundation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2659380" y="1812727"/>
            <a:ext cx="2433995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Four-Layer Architecture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659380" y="2254329"/>
            <a:ext cx="147161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9380" y="2489240"/>
            <a:ext cx="5443299" cy="1524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8" name="Text 6"/>
          <p:cNvSpPr/>
          <p:nvPr/>
        </p:nvSpPr>
        <p:spPr>
          <a:xfrm>
            <a:off x="2659380" y="2593300"/>
            <a:ext cx="1840230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Analysis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9380" y="2970490"/>
            <a:ext cx="5443299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Extracts and interprets data from code and documentation using AST parsing and Markdown processing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59380" y="3698796"/>
            <a:ext cx="147161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59380" y="3933706"/>
            <a:ext cx="5443299" cy="1524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9380" y="4037767"/>
            <a:ext cx="1840230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Generation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9380" y="4414957"/>
            <a:ext cx="5443299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Produces contextual suggestions, high-definition visualizations, and Mermaid diagrams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9380" y="4907875"/>
            <a:ext cx="147161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59380" y="5142786"/>
            <a:ext cx="5443299" cy="1524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6" name="Text 14"/>
          <p:cNvSpPr/>
          <p:nvPr/>
        </p:nvSpPr>
        <p:spPr>
          <a:xfrm>
            <a:off x="2659380" y="5246846"/>
            <a:ext cx="1840230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Orchestration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9380" y="5624036"/>
            <a:ext cx="5443299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Coordinates the complete analysis pipeline and manages data flow between modules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59380" y="6116955"/>
            <a:ext cx="147161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59380" y="6351865"/>
            <a:ext cx="5443299" cy="1524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0" name="Text 18"/>
          <p:cNvSpPr/>
          <p:nvPr/>
        </p:nvSpPr>
        <p:spPr>
          <a:xfrm>
            <a:off x="2659380" y="6455926"/>
            <a:ext cx="1840230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Interface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9380" y="6833116"/>
            <a:ext cx="5443299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user interactions through Streamlit web interface with comprehensive security validation</a:t>
            </a:r>
            <a:endParaRPr lang="en-US" sz="11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392" y="1831181"/>
            <a:ext cx="3509129" cy="350912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69392" y="5505926"/>
            <a:ext cx="3509129" cy="70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Benefits: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Independent module development, reusable components across contexts, comprehensive unit testing, and seamless feature extension.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338" y="533757"/>
            <a:ext cx="1007031" cy="364808"/>
          </a:xfrm>
          <a:prstGeom prst="roundRect">
            <a:avLst>
              <a:gd name="adj" fmla="val 6385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1292781" y="591979"/>
            <a:ext cx="774144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76338" y="976193"/>
            <a:ext cx="6309360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Complete Analysis Pipeline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338" y="1873925"/>
            <a:ext cx="970478" cy="11646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40888" y="2067997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Input Validation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40888" y="2487692"/>
            <a:ext cx="1111317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validation of ZIP archives or local folders with comprehensive safety checks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8" y="3038594"/>
            <a:ext cx="970478" cy="11646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40888" y="3232666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Code Extraction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340888" y="3652361"/>
            <a:ext cx="1111317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AST-based parsing identifies all classes, functions, and methods with their metadata and docstrings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8" y="4203263"/>
            <a:ext cx="970478" cy="11646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40888" y="4397335"/>
            <a:ext cx="253281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Documentation Parse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2340888" y="4817031"/>
            <a:ext cx="1111317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Comprehensive scanning of Markdown, RST, and text files to build searchable documentation index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8" y="5367933"/>
            <a:ext cx="970478" cy="11646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340888" y="5562005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Smart Comparison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2340888" y="5981700"/>
            <a:ext cx="1111317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matching algorithm detects inconsistencies and calculates documentation health score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338" y="6532602"/>
            <a:ext cx="970478" cy="11646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340888" y="6726674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AI Suggestions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2340888" y="7146369"/>
            <a:ext cx="1111317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Context-aware recommendations with optional GPT integration for intelligent documentation generation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6495" y="543878"/>
            <a:ext cx="571381" cy="289917"/>
          </a:xfrm>
          <a:prstGeom prst="roundRect">
            <a:avLst>
              <a:gd name="adj" fmla="val 6385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2529007" y="590074"/>
            <a:ext cx="38635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436495" y="895469"/>
            <a:ext cx="6940510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Transforming Documentation Quality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436495" y="1859280"/>
            <a:ext cx="2248853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70%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596753" y="2560915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Time Saved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36495" y="2956203"/>
            <a:ext cx="2248853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Reduction in manual documentation review effort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110" y="1859280"/>
            <a:ext cx="2248853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85%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00374" y="2560915"/>
            <a:ext cx="220432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Coverage Improvement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8110" y="2956203"/>
            <a:ext cx="2248853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documentation completeness increase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243" y="3835360"/>
            <a:ext cx="2248853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817501" y="4536996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Faster Onboarding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243" y="4932283"/>
            <a:ext cx="2248853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contributor ramp-up acceleration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36495" y="5599390"/>
            <a:ext cx="231398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Real-World Benefits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36495" y="6042898"/>
            <a:ext cx="4690467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Developers: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Automated gap identification with AI-powered suggestions eliminates writer's block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36495" y="6590467"/>
            <a:ext cx="4690467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Teams: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Objective quality standards with CI/CD integration prevent documentation debt accumulation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36495" y="7138035"/>
            <a:ext cx="4690467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Organizations: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Portfolio-wide quality audits establish consistent documentation standards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0820" y="1782247"/>
            <a:ext cx="4690467" cy="469046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42158" y="6646188"/>
            <a:ext cx="4459129" cy="74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Documentation Consistency Assistant bridges the critical gap between source code and external documentation—a space largely unexplored by existing tools."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10820" y="6646188"/>
            <a:ext cx="22860" cy="740450"/>
          </a:xfrm>
          <a:prstGeom prst="rect">
            <a:avLst/>
          </a:prstGeom>
          <a:solidFill>
            <a:srgbClr val="325F7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2026-01-07T16:30:31Z</dcterms:created>
  <dcterms:modified xsi:type="dcterms:W3CDTF">2026-01-07T16:30:31Z</dcterms:modified>
</cp:coreProperties>
</file>